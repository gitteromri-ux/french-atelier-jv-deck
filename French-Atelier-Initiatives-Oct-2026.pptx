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live site audit 7 Oct 2026 · Cultural Capsules syllabus · organic library and CRM program repositories · Programs: internal sales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4.jpg"/><Relationship Id="rId6" Type="http://schemas.microsoft.com/office/2007/relationships/media" Target="../media/media2.mp4"/><Relationship Id="rId7" Type="http://schemas.openxmlformats.org/officeDocument/2006/relationships/video" Target="../media/media2.mp4"/><Relationship Id="rId8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7.jpg"/><Relationship Id="rId6" Type="http://schemas.microsoft.com/office/2007/relationships/media" Target="../media/media4.mp4"/><Relationship Id="rId7" Type="http://schemas.openxmlformats.org/officeDocument/2006/relationships/video" Target="../media/media4.mp4"/><Relationship Id="rId8" Type="http://schemas.openxmlformats.org/officeDocument/2006/relationships/image" Target="../media/image8.jpg"/><Relationship Id="rId9" Type="http://schemas.microsoft.com/office/2007/relationships/media" Target="../media/media5.mp4"/><Relationship Id="rId10" Type="http://schemas.openxmlformats.org/officeDocument/2006/relationships/video" Target="../media/media5.mp4"/><Relationship Id="rId11" Type="http://schemas.openxmlformats.org/officeDocument/2006/relationships/image" Target="../media/image9.jpg"/><Relationship Id="rId12" Type="http://schemas.microsoft.com/office/2007/relationships/media" Target="../media/media6.mp4"/><Relationship Id="rId13" Type="http://schemas.openxmlformats.org/officeDocument/2006/relationships/video" Target="../media/media6.mp4"/><Relationship Id="rId14" Type="http://schemas.openxmlformats.org/officeDocument/2006/relationships/image" Target="../media/image10.jpg"/><Relationship Id="rId15" Type="http://schemas.microsoft.com/office/2007/relationships/media" Target="../media/media7.mp4"/><Relationship Id="rId16" Type="http://schemas.openxmlformats.org/officeDocument/2006/relationships/video" Target="../media/media7.mp4"/><Relationship Id="rId17" Type="http://schemas.openxmlformats.org/officeDocument/2006/relationships/image" Target="../media/image11.jpg"/><Relationship Id="rId18" Type="http://schemas.microsoft.com/office/2007/relationships/media" Target="../media/media8.mp4"/><Relationship Id="rId19" Type="http://schemas.openxmlformats.org/officeDocument/2006/relationships/video" Target="../media/media8.mp4"/><Relationship Id="rId20" Type="http://schemas.openxmlformats.org/officeDocument/2006/relationships/image" Target="../media/image1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ite-hom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5000" y="1943893"/>
            <a:ext cx="8001000" cy="4500562"/>
          </a:xfrm>
          <a:prstGeom prst="rect">
            <a:avLst/>
          </a:prstGeom>
        </p:spPr>
      </p:pic>
      <p:pic>
        <p:nvPicPr>
          <p:cNvPr id="4" name="julien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890000" y="1714500"/>
            <a:ext cx="2667000" cy="3333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6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810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rg-beauty_3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92150" y="1943100"/>
            <a:ext cx="1600200" cy="2844800"/>
          </a:xfrm>
          <a:prstGeom prst="rect">
            <a:avLst/>
          </a:prstGeom>
        </p:spPr>
      </p:pic>
      <p:pic>
        <p:nvPicPr>
          <p:cNvPr id="4" name="org-formal_vs_spoken_5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533650" y="1943100"/>
            <a:ext cx="1600200" cy="2844800"/>
          </a:xfrm>
          <a:prstGeom prst="rect">
            <a:avLst/>
          </a:prstGeom>
        </p:spPr>
      </p:pic>
      <p:pic>
        <p:nvPicPr>
          <p:cNvPr id="5" name="org-homonyms_1.mp4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375150" y="1943100"/>
            <a:ext cx="1600200" cy="2844800"/>
          </a:xfrm>
          <a:prstGeom prst="rect">
            <a:avLst/>
          </a:prstGeom>
        </p:spPr>
      </p:pic>
      <p:pic>
        <p:nvPicPr>
          <p:cNvPr id="6" name="org-french_wines_1.mp4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6216650" y="1943100"/>
            <a:ext cx="1600200" cy="2844800"/>
          </a:xfrm>
          <a:prstGeom prst="rect">
            <a:avLst/>
          </a:prstGeom>
        </p:spPr>
      </p:pic>
      <p:pic>
        <p:nvPicPr>
          <p:cNvPr id="7" name="org-beauty_2.mp4">
            <a:hlinkClick r:id="" action="ppaction://media"/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8058150" y="1943100"/>
            <a:ext cx="1600200" cy="2844800"/>
          </a:xfrm>
          <a:prstGeom prst="rect">
            <a:avLst/>
          </a:prstGeom>
        </p:spPr>
      </p:pic>
      <p:pic>
        <p:nvPicPr>
          <p:cNvPr id="8" name="org-french_cheeses.mp4">
            <a:hlinkClick r:id="" action="ppaction://media"/>
          </p:cNvPr>
          <p:cNvPicPr>
            <a:picLocks noChangeAspect="1"/>
          </p:cNvPicPr>
          <p:nvPr>
            <a:videoFile r:link="rId19"/>
            <p:extLst>
              <p:ext uri="{DAA4B4D4-6D71-4841-9C94-3DE7FCFB9230}">
                <p14:media xmlns:p14="http://schemas.microsoft.com/office/powerpoint/2010/main" r:embed="rId18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9899650" y="1943100"/>
            <a:ext cx="1600200" cy="284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8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99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1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62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9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244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 mute="1">
                <p:cTn id="18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 mute="1">
                <p:cTn id="19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 mute="1">
                <p:cTn id="20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 mute="1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